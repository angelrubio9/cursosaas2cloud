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e8facd3dcc4711" /><Relationship Type="http://schemas.openxmlformats.org/officeDocument/2006/relationships/extended-properties" Target="/docProps/app.xml" Id="R6e04956cbbb7404f" /><Relationship Type="http://schemas.openxmlformats.org/officeDocument/2006/relationships/officeDocument" Target="/ppt/presentation.xml" Id="R4d3fcea14bf4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ff1b422f54907"/>
  </p:sldMasterIdLst>
  <p:notesMasterIdLst>
    <p:notesMasterId xmlns:r="http://schemas.openxmlformats.org/officeDocument/2006/relationships" r:id="Re0ec0b1398a04d35"/>
  </p:notesMasterIdLst>
  <p:sldIdLst>
    <p:sldId xmlns:r="http://schemas.openxmlformats.org/officeDocument/2006/relationships" id="256" r:id="R8a1e9b297d3b4237"/>
    <p:sldId xmlns:r="http://schemas.openxmlformats.org/officeDocument/2006/relationships" id="257" r:id="R2b05a10a1ad041be"/>
    <p:sldId xmlns:r="http://schemas.openxmlformats.org/officeDocument/2006/relationships" id="258" r:id="R3f60daa2e4b24ed7"/>
    <p:sldId xmlns:r="http://schemas.openxmlformats.org/officeDocument/2006/relationships" id="259" r:id="Rfd062b7e8e9849d2"/>
    <p:sldId xmlns:r="http://schemas.openxmlformats.org/officeDocument/2006/relationships" id="260" r:id="Ra26a47fbf6fd44eb"/>
    <p:sldId xmlns:r="http://schemas.openxmlformats.org/officeDocument/2006/relationships" id="261" r:id="R063b764de0064297"/>
    <p:sldId xmlns:r="http://schemas.openxmlformats.org/officeDocument/2006/relationships" id="262" r:id="R6b6dd80c50d34eb4"/>
    <p:sldId xmlns:r="http://schemas.openxmlformats.org/officeDocument/2006/relationships" id="263" r:id="Rc178b652d3294fee"/>
    <p:sldId xmlns:r="http://schemas.openxmlformats.org/officeDocument/2006/relationships" id="264" r:id="R8994fae975144053"/>
    <p:sldId xmlns:r="http://schemas.openxmlformats.org/officeDocument/2006/relationships" id="265" r:id="R0415961b4929436f"/>
    <p:sldId xmlns:r="http://schemas.openxmlformats.org/officeDocument/2006/relationships" id="266" r:id="R586a2e773c7f4b2e"/>
    <p:sldId xmlns:r="http://schemas.openxmlformats.org/officeDocument/2006/relationships" id="267" r:id="R6bc490ffda3a4c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31e751acf4fc6" /><Relationship Type="http://schemas.openxmlformats.org/officeDocument/2006/relationships/slideMaster" Target="/ppt/slideMasters/slideMaster1.xml" Id="R96bff1b422f54907" /><Relationship Type="http://schemas.openxmlformats.org/officeDocument/2006/relationships/notesMaster" Target="/ppt/notesMasters/notesMaster1.xml" Id="Re0ec0b1398a04d35" /><Relationship Type="http://schemas.openxmlformats.org/officeDocument/2006/relationships/presProps" Target="/ppt/presProps.xml" Id="Reeff13cac8974dc1" /><Relationship Type="http://schemas.openxmlformats.org/officeDocument/2006/relationships/tableStyles" Target="/ppt/tableStyles.xml" Id="R3bc6ed2774ff4ada" /><Relationship Type="http://schemas.openxmlformats.org/officeDocument/2006/relationships/slide" Target="/ppt/slides/slide1.xml" Id="R8a1e9b297d3b4237" /><Relationship Type="http://schemas.openxmlformats.org/officeDocument/2006/relationships/slide" Target="/ppt/slides/slide2.xml" Id="R2b05a10a1ad041be" /><Relationship Type="http://schemas.openxmlformats.org/officeDocument/2006/relationships/slide" Target="/ppt/slides/slide3.xml" Id="R3f60daa2e4b24ed7" /><Relationship Type="http://schemas.openxmlformats.org/officeDocument/2006/relationships/slide" Target="/ppt/slides/slide4.xml" Id="Rfd062b7e8e9849d2" /><Relationship Type="http://schemas.openxmlformats.org/officeDocument/2006/relationships/slide" Target="/ppt/slides/slide5.xml" Id="Ra26a47fbf6fd44eb" /><Relationship Type="http://schemas.openxmlformats.org/officeDocument/2006/relationships/slide" Target="/ppt/slides/slide6.xml" Id="R063b764de0064297" /><Relationship Type="http://schemas.openxmlformats.org/officeDocument/2006/relationships/slide" Target="/ppt/slides/slide7.xml" Id="R6b6dd80c50d34eb4" /><Relationship Type="http://schemas.openxmlformats.org/officeDocument/2006/relationships/slide" Target="/ppt/slides/slide8.xml" Id="Rc178b652d3294fee" /><Relationship Type="http://schemas.openxmlformats.org/officeDocument/2006/relationships/slide" Target="/ppt/slides/slide9.xml" Id="R8994fae975144053" /><Relationship Type="http://schemas.openxmlformats.org/officeDocument/2006/relationships/slide" Target="/ppt/slides/slide10.xml" Id="R0415961b4929436f" /><Relationship Type="http://schemas.openxmlformats.org/officeDocument/2006/relationships/slide" Target="/ppt/slides/slide11.xml" Id="R586a2e773c7f4b2e" /><Relationship Type="http://schemas.openxmlformats.org/officeDocument/2006/relationships/slide" Target="/ppt/slides/slide12.xml" Id="R6bc490ffda3a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693d2dff0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1221b0e12a4a5a" /><Relationship Type="http://schemas.openxmlformats.org/officeDocument/2006/relationships/notesMaster" Target="/ppt/notesMasters/notesMaster1.xml" Id="Rebfd47044a0547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1297fb1c5a4b03" /><Relationship Type="http://schemas.openxmlformats.org/officeDocument/2006/relationships/notesMaster" Target="/ppt/notesMasters/notesMaster1.xml" Id="R5a0cd30d7eb44c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f4e2c1280435a" /><Relationship Type="http://schemas.openxmlformats.org/officeDocument/2006/relationships/notesMaster" Target="/ppt/notesMasters/notesMaster1.xml" Id="Rc42bf168e24d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c640d220e64795" /><Relationship Type="http://schemas.openxmlformats.org/officeDocument/2006/relationships/notesMaster" Target="/ppt/notesMasters/notesMaster1.xml" Id="R387b0a367867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981481a5764b05" /><Relationship Type="http://schemas.openxmlformats.org/officeDocument/2006/relationships/notesMaster" Target="/ppt/notesMasters/notesMaster1.xml" Id="Re1f4f397c73745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cbd9432f4409a" /><Relationship Type="http://schemas.openxmlformats.org/officeDocument/2006/relationships/notesMaster" Target="/ppt/notesMasters/notesMaster1.xml" Id="Rc3cdf7a19e5f4e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ffae5492a7469a" /><Relationship Type="http://schemas.openxmlformats.org/officeDocument/2006/relationships/notesMaster" Target="/ppt/notesMasters/notesMaster1.xml" Id="Rfc5587a3714943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57d31e59f44c0b" /><Relationship Type="http://schemas.openxmlformats.org/officeDocument/2006/relationships/notesMaster" Target="/ppt/notesMasters/notesMaster1.xml" Id="Re8ec6fc0956c4b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a40892768f44d1" /><Relationship Type="http://schemas.openxmlformats.org/officeDocument/2006/relationships/notesMaster" Target="/ppt/notesMasters/notesMaster1.xml" Id="R7e2c3041d4e240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47b8d4416a4df9" /><Relationship Type="http://schemas.openxmlformats.org/officeDocument/2006/relationships/notesMaster" Target="/ppt/notesMasters/notesMaster1.xml" Id="R0b43e01a6cb64a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94bb6491c84fe7" /><Relationship Type="http://schemas.openxmlformats.org/officeDocument/2006/relationships/notesMaster" Target="/ppt/notesMasters/notesMaster1.xml" Id="Rcb95fb6d86104c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4304ab6e3a427b" /><Relationship Type="http://schemas.openxmlformats.org/officeDocument/2006/relationships/notesMaster" Target="/ppt/notesMasters/notesMaster1.xml" Id="R14ed248076db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83f0b6729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9e56ccf694f61" /><Relationship Type="http://schemas.openxmlformats.org/officeDocument/2006/relationships/slideLayout" Target="/ppt/slideLayouts/slideLayout1.xml" Id="R8a8a8aba5a3a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8a8aba5a3a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8945e238343a2" /><Relationship Type="http://schemas.openxmlformats.org/officeDocument/2006/relationships/notesSlide" Target="/ppt/notesSlides/notesSlide1.xml" Id="R8e81507020d2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79cdbd78a4ce7" /><Relationship Type="http://schemas.openxmlformats.org/officeDocument/2006/relationships/notesSlide" Target="/ppt/notesSlides/notesSlide2.xml" Id="R55aa3e0c8fcc4e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e64cefad84751" /><Relationship Type="http://schemas.openxmlformats.org/officeDocument/2006/relationships/notesSlide" Target="/ppt/notesSlides/notesSlide3.xml" Id="Ra7d1c6c1a6a9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e2864a5114100" /><Relationship Type="http://schemas.openxmlformats.org/officeDocument/2006/relationships/notesSlide" Target="/ppt/notesSlides/notesSlide4.xml" Id="Rab8cb3f168334b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3110868b9428a" /><Relationship Type="http://schemas.openxmlformats.org/officeDocument/2006/relationships/notesSlide" Target="/ppt/notesSlides/notesSlide5.xml" Id="Rbdb39262876848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49641cc3847bf" /><Relationship Type="http://schemas.openxmlformats.org/officeDocument/2006/relationships/notesSlide" Target="/ppt/notesSlides/notesSlide6.xml" Id="Rbd6e7a4b131c45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9130119e646ab" /><Relationship Type="http://schemas.openxmlformats.org/officeDocument/2006/relationships/notesSlide" Target="/ppt/notesSlides/notesSlide7.xml" Id="R2992f81c0e0946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55086e76d4d21" /><Relationship Type="http://schemas.openxmlformats.org/officeDocument/2006/relationships/notesSlide" Target="/ppt/notesSlides/notesSlide8.xml" Id="Rf6347d58e5cc4f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33879855d4172" /><Relationship Type="http://schemas.openxmlformats.org/officeDocument/2006/relationships/notesSlide" Target="/ppt/notesSlides/notesSlide9.xml" Id="R94ec7474dfdf42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28b5c4b74422e" /><Relationship Type="http://schemas.openxmlformats.org/officeDocument/2006/relationships/notesSlide" Target="/ppt/notesSlides/notesSlide10.xml" Id="R30e62d1aba234f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745692b8849ae" /><Relationship Type="http://schemas.openxmlformats.org/officeDocument/2006/relationships/notesSlide" Target="/ppt/notesSlides/notesSlide11.xml" Id="R2e73e3c9eb7d48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2c38d6351424b" /><Relationship Type="http://schemas.openxmlformats.org/officeDocument/2006/relationships/notesSlide" Target="/ppt/notesSlides/notesSlide12.xml" Id="R97b36b616560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7D703-A84C-416E-9C60-AC97B64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55555"/>
                </a:solidFill>
              </a:defRPr>
            </a:pPr>
            <a:r>
              <a:rPr sz="2400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4D25F-91E0-42EB-B764-624C15BE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Construir y desplegar un SaaS .NET 10 con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507FB-BC9A-4AC9-A94C-B7D53253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De proyecto local a Azure App Service con Bicep, GitHub Actions, OIDC y Application Insights.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A6189-752F-4192-93AD-40A6C84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333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A350-2B3E-4B50-B23D-CC3369C1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66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Prompt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Plan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Ejecucion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Validacion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Commit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03A29-7F68-4EE4-A412-A914C19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A76BB-695F-407F-816B-33EABE4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D87FF-7A20-48B1-8B1E-D53110B6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Instructor: Tech Lead Angel Rubio</a:t>
            </a:r>
          </a:p>
        </p:txBody>
      </p:sp>
    </p:spTree>
    <p:extLst>
      <p:ext uri="{BB962C8B-B14F-4D97-AF65-F5344CB8AC3E}">
        <p14:creationId xmlns:p14="http://schemas.microsoft.com/office/powerpoint/2010/main" val="689255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D4E58-2EBD-45D5-BDE0-6F4EEB1D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El curso produce una app real, no solo una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94E49-6D52-4B0E-8478-791B2777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Cada modulo deja una evidencia verificable: codigo, recurso en Azure, URL, log, commit o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F4AF1-B678-4220-84E3-6B443289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E57B0-5AC6-49AF-A20E-5CBF6BD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053BE-9226-49C3-AA49-2FA42FC7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5340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FC58E-4987-40A4-94C1-EEEE61D2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App .NET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E39E5-EA51-4BC0-9AF0-B0B8C44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MVC + Identity como base del SaaS.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CEA5-5919-4B7E-A88E-89C02CB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5340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0A103-6771-4752-9478-48D6313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14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Azure App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B5908-C71F-4377-953F-EFE4AE5F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Plan Free en Mexico Central.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2C743-0ADD-4319-B4FB-3F46779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5340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C4576-3575-4F03-8AF8-3BE2E39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Bicep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7D480-DAD0-4F76-B440-35197445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Infraestructura repetible desde codigo.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8A7B2-E405-4FB6-BCDD-AE68A11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55340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01B29-456F-41E1-8E5B-52371B9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33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GitHub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E10EA-6159-42D6-A57C-971088BC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52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Deploy automatico con OIDC.</a:t>
            </a:r>
          </a:p>
        </p:txBody>
      </p:sp>
    </p:spTree>
    <p:extLst>
      <p:ext uri="{BB962C8B-B14F-4D97-AF65-F5344CB8AC3E}">
        <p14:creationId xmlns:p14="http://schemas.microsoft.com/office/powerpoint/2010/main" val="1858706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14D24-72F8-4250-8E3A-6843A8F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 IA acelera el ciclo, pero la validacion manda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79B9A-E4D8-4CCA-9F50-12A910A9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El patron de trabajo es simple y repetible durante toda la clase.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22BCC-0632-415D-8AFE-29C9BFEA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35348-1382-468B-B7B7-113EE155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0A48B-3B44-4E21-8099-F00B4898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B6364-DE7C-4094-854F-784FFA6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D52C4-CB29-41ED-B801-D4AC6731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64D5C-830B-47F6-A9E1-5C73CB2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8A585-D896-4583-8323-B10C2C06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749B1-77C5-4C7B-A1A2-F1AE267D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8610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F78BD-0359-4080-8060-D4640C3F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5B852-8273-497F-899E-CC9B853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Ejecucion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238AB-B914-406A-9199-83F6F0B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D6C50-78BE-49FD-BEE4-94FE031A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A1FE6-7ABB-4989-BFE0-8870EAD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Validacion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519CF-9526-4282-B7FB-61927B8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4FB84-FD8C-4151-8A81-680CB96B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1D940-00A4-4984-BEBB-B2227018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Explicacion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1E73E-8DD3-40CF-9EDB-AC7515CF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20CCF-3CDE-43AB-89C8-7351CA2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03DE8-3C5B-4566-8A7A-F9ADB5A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EE821-FBC8-46F6-BAD4-2B734B2F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Regla de clase: ningun paso termina hasta que podamos mostrar una prueba.</a:t>
            </a:r>
          </a:p>
        </p:txBody>
      </p:sp>
    </p:spTree>
    <p:extLst>
      <p:ext uri="{BB962C8B-B14F-4D97-AF65-F5344CB8AC3E}">
        <p14:creationId xmlns:p14="http://schemas.microsoft.com/office/powerpoint/2010/main" val="250894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6D688-7871-4619-8DD7-C9DC525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 clase puede usar cualquier IA con modo agente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39719-6104-4028-B863-988696B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herramienta debe leer archivos, editar codigo, ejecutar comandos y explicar cambios.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F0708-D6AC-4C6E-B3C9-4EF66C43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69654-EF04-498F-AAC3-841CA56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6A8D2-2754-4540-B829-48EF87A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B3F64-6422-418A-8E00-3D31DC5B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193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81D86-D3E8-4C41-B817-5FF06CA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BE633-94E0-4276-8067-5DF0914B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Cuentas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29415-89A2-4C58-9DC1-F936443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BEC6E-67A6-4BA1-997E-B2E87525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Azure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D5971-A171-4739-8045-ACD5E26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2E1C8-9640-43ED-95E8-51CF1058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GitHub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D4C7-41B7-4814-A4B9-3AF30861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381A2-32E3-4F6B-9AB2-ED129E4E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IA con modo agente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BB477-FC31-44E0-B634-914A013C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24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macOS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7A4E4-1896-4FDC-8735-B4527E77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94CE3-4797-4880-A574-CCF08A9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051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Homebrew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2112B-414E-4372-847D-3C3E9C60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ED593-872A-4F9D-917C-865DFA65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3623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.NET 10 SDK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63447-570B-4878-9F2E-9E4A654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3E017-42DF-429C-BD39-E51A655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195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Azure CLI, Git, 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8E3DB-D187-4555-8F6A-00A549C3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Windows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89D9C-3967-4D3D-B9A2-45D2ACEE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12080-543A-42D7-922B-EA48961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Visual Studio o VS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0E4CF-AAAC-49F8-A7D4-F9C486D7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9F7B1-A0FB-46E8-8BDE-66930C4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623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.NET 10 SDK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33C2F-F35A-4F53-9585-3402CB2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1B9B4-51A9-42C2-BF1A-41CD575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95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Azure CLI, Git, 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80939-E153-4198-A641-B3262724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Ejemplos: Codex, Claude, ChatGPT con modo agente u otra herramienta equivalente.</a:t>
            </a:r>
          </a:p>
        </p:txBody>
      </p:sp>
    </p:spTree>
    <p:extLst>
      <p:ext uri="{BB962C8B-B14F-4D97-AF65-F5344CB8AC3E}">
        <p14:creationId xmlns:p14="http://schemas.microsoft.com/office/powerpoint/2010/main" val="1849779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E4F6A-1D57-4A9E-BA9D-929548C3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El roadmap lleva a la clase de local a cloud automatizado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4E44B-9C84-44FF-8976-64918AE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E42B1-30AB-4272-8FF1-C12BAC89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C270C-57CD-4239-9EFC-EB5BD470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006B5-F9D1-49AF-8456-68A9A39B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76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Preparar entorno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9C64D-A00C-4FF2-97B2-FA3201C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193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D8F54-12E2-419B-8EE4-F39A7EB5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1D364-551E-4BDB-B00A-ADFCDC2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43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Crear app .NET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0EA2F-DE99-4344-9E46-14B369A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B54EE-2530-4AA9-BBD4-2763FD8A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2C553-54DA-4AC7-9A02-D3B9EAAF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99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Ejecutar localmente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5BAEA-FD89-4BBF-82CC-36C5790B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426BD-A1D5-4B91-9FE0-9683B8C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BD1A6-FFE0-41EB-8A03-CC9474D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767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Crear Azure App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1A046-7E5B-4D5C-BCC9-A5DB8650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9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916BD-5742-4CDA-9BBA-729CEFDF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2FA9D-9634-41DA-8F0C-D915BF0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476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Agregar App Insights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8CDAE-1423-4CCE-ACA4-3CEA1A9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193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5C143-1055-4EFE-A18F-D9731D9F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955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97A47-DC0F-4FCE-BD53-5EB7FB9C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43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Definir Bicep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966CA-CC3A-4A83-A58F-F16F835E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861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623F6-4005-405C-9AEC-ABED0118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623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C62C5-4C2A-4D55-9E22-539BBE5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099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Configurar GitHub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3B71A-9141-4795-BB85-0768078F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529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451BE-418F-41ED-BE6A-81CD4AA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29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AD0E6-B6C0-4A29-93F6-C85BBF3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767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Validar y explicar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60CE9-04A5-4848-BEAC-72A2E1C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219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1276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CC5090-16B9-469B-9FDF-3DC1706E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 base tecnica es una app SaaS pequena y entendible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F7E69-CEDB-4D7C-99CC-0266AA5E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prioridad del curso es el flujo completo, no una arquitectura sobredisenada.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CE0E4-4CA8-49DD-A050-A393ACC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03C48-D982-4BAD-B238-04CEDDC3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87EB1-4936-428C-900A-18A1B5D2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FE97E-8C94-4EF4-9704-42EFAE81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ASP.NET Core MVC en .NET 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281BD-F61A-48A6-BE45-93642C29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805D6-FA4C-46F0-84C3-77907B94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Identity para registro e inicio de sesion.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C7058-1A97-40D5-91AF-AFE12BB2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3EF85-E6AE-4D76-A78A-7DA2AD00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SQLite o almacenamiento simple para empezar.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E0E8F-59CF-457D-BD08-97EBE830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4AB5B-24F5-490C-8BDA-F9E773C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Logs de aplicacion para observar comportamiento.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E3A0B-06E9-49D0-8D43-992F41F5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3F07D-E480-44A5-A8F1-24C4175B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.NET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Identity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Logs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896545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D66AA-1148-48E9-ACF3-16629FB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Azure queda reducido a recursos que todos pueden explicar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5EAB7-D7B9-4D72-B5E2-F6474C0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29879-AE99-42B7-AE91-2238942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6FC96-3743-458B-9167-CB12F473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DBFAE-A304-4B14-85ED-C14A82C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Resource 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86F5-C470-4BC4-9AA3-9B1A85F3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CursoAZ2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ACCED-F05B-4447-AD3D-3BE0FE5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C4342-0520-42EA-B3D1-C576758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App Service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FE7EB-7705-4F79-86CD-79986C7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717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Free, Mexico Central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2763D-4597-4051-9564-B992F466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BFA85-45C6-406A-85EC-F4109AF3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9E0EA-C05F-4978-B49E-1400A2BE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saasia-cursoaz2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7AD75-BA8D-49FE-A661-09AC1068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CD6E9-2C56-4E65-B8CC-0FC325DB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Application Insights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86EF8-EEE9-4351-9AB7-815939F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720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telemetria y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C0211-8796-4E60-A7C7-EC5756E4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URL esperada: https://saasia-cursoaz2.azurewebsites.net</a:t>
            </a:r>
          </a:p>
        </p:txBody>
      </p:sp>
    </p:spTree>
    <p:extLst>
      <p:ext uri="{BB962C8B-B14F-4D97-AF65-F5344CB8AC3E}">
        <p14:creationId xmlns:p14="http://schemas.microsoft.com/office/powerpoint/2010/main" val="711129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DFEFC-C02F-47A6-A9E0-4555E37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Bicep convierte la configuracion en material repetible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E8079-C47D-490F-A8D2-CF4F674F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Para este curso Bicep es suficiente: legible, nativo de Azure y con poca ceremonia.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A16BE-74DA-4E9D-99AA-88CF373B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36662-29DE-4324-82DD-AB442C2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A6C6A-7481-4100-8C36-7A6504AE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0ED70-4906-426A-977A-2017467F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infra/main.bicep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B2709-3A7E-4007-950E-9BA5496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2484C-D11A-486D-8C82-BFC3837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Plan de App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4ED29-90E1-4071-9E70-6E27EBB9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EAD43-3509-46A8-8729-A437AB4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Web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EDEF7-36EC-4B6D-A3BA-E82A9AA4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BDEF4-38FF-4231-90C1-AEF9B48C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Application Insights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ED5B8-78FE-4F5F-9EA6-A9AD1445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35DB3-4633-49B3-BD19-EFE5F536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Connection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D7A8C-E643-4245-A9E1-100B9768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02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D9884-CD26-4397-93C7-F666C4D2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05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Validacion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ABF46-A675-41D7-BF9A-C8C7EB46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FF89B-5F09-4FCA-8EEE-92448012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az deployment group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852FC-AD84-4FA4-B58C-5CA3BCD1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5743E-2EA4-4753-B5D9-1D40D921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099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az deployment group create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66115-E514-4EF4-BDBB-966DBEE8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5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0A94C-C7C7-4DE4-A7F6-0CD08AF0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671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az webapp show</a:t>
            </a:r>
          </a:p>
        </p:txBody>
      </p:sp>
    </p:spTree>
    <p:extLst>
      <p:ext uri="{BB962C8B-B14F-4D97-AF65-F5344CB8AC3E}">
        <p14:creationId xmlns:p14="http://schemas.microsoft.com/office/powerpoint/2010/main" val="100158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D120B-4635-4AFA-887D-E223CF4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GitHub Actions publica la app sin guardar secretos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EE949-B048-4854-99B4-B4EB4169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OIDC permite que GitHub se autentique contra Azure sin password permanente.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56DB8-1091-4CD1-A237-A4CBE66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CACD5-3425-4DC4-A0C1-2D91690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C7EE0-6FDC-470D-8F59-BE5DEA0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BCBF1-510E-43B3-A176-A008368B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Push a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0BAFC-0C2F-4C7F-8225-F2B574AF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La clase versiona el cambio.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298C1-5D8C-4399-A379-480ED355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577F0-162F-415D-BFA5-4D17D7ED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0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2A9D0-7566-4C7E-AE74-D285CBDE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Compila, publica y empaqueta.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DCB9F-742B-4B5A-B882-A44EA02C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ED1CD-A636-40FF-937A-AD09F14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OIDC 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BCE7A-07A4-415E-B167-F50077D0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Azure confia en el repo.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421A2-F39D-47A2-9FCA-4A31E48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7ABD7-EA37-4B04-8AD0-95C65D7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46355-BBA7-4346-A8BB-29BF99FF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La Web App recibe el build.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CDA3-1A34-44BD-ACBC-D8FAA4BA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Variables: AZURE_CLIENT_ID, AZURE_TENANT_ID, AZURE_SUBSCRIPTION_ID</a:t>
            </a:r>
          </a:p>
        </p:txBody>
      </p:sp>
    </p:spTree>
    <p:extLst>
      <p:ext uri="{BB962C8B-B14F-4D97-AF65-F5344CB8AC3E}">
        <p14:creationId xmlns:p14="http://schemas.microsoft.com/office/powerpoint/2010/main" val="1971630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7D988-F23E-461D-9A75-2F210A6D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Application Insights ayuda a demostrar que la app vive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5AA66-B271-4257-AA0E-5B9F092B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A237D-708F-4612-9016-93637DE0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437B9-70DC-4D06-ADB5-3834F0A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D928-ED33-4F9F-A598-579AAEC7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Connection string en configuracion de App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E778A-829C-4E84-8B28-F67CB750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C020D-6DD9-4C4F-93B2-C890B61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Logs de pagina cargada desde la aplicacion.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B6E2A-D9D1-41D7-9390-8D4E5F6F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9533A-968B-4702-B84F-EED26832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Live metrics y trazas para validar comportamiento.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E77D4-03CE-46B1-A2C1-37321918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46A92-031A-4B0F-B5F2-0BFE14F9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Errores visibles sin entrar al servidor.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70E04-618A-429D-B48F-DD484EF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193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1B05A-C96C-4B65-9814-5E249F11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Ver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Medir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Corregir</a:t>
            </a:r>
          </a:p>
        </p:txBody>
      </p:sp>
    </p:spTree>
    <p:extLst>
      <p:ext uri="{BB962C8B-B14F-4D97-AF65-F5344CB8AC3E}">
        <p14:creationId xmlns:p14="http://schemas.microsoft.com/office/powerpoint/2010/main" val="1097164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0B689-FB6F-47AD-9FBC-624C11DB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Los prompts guian la clase como instrucciones reutilizables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39A01-B980-41C6-9725-7555F4A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389D-A8B7-43D9-9094-BDBA725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143F8-A96E-4364-A46B-598CE8B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Planear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E7F8C-62B9-4731-BDC4-3D076A7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Actua como arquitecto cloud y mentor. Planea los pasos antes de ejecutar.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C32A0-FEFE-47B4-AEC0-61E7BA9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9AA0D-C74F-4E44-B9CE-2B08C450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Validar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EF331-8679-499E-9F2D-1644DF38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Confirma que la app responde en Azure y dime que evidencia revisar.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CB830-0FCB-4854-90E6-C2B0303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99108-EE0A-40A4-A3A3-1FA7402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Explicar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40637-488D-44BF-BA58-8886C1AC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Resume lo que hicimos para incluirlo en el README del curso.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A325E-3B6F-4807-B6EE-1DE5F4B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22218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B5F53-95BC-4363-91A9-08F6C2FB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El cierre es poder destruir, reconstruir y explicar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AA3FA-7205-42FC-9491-1E8FDC67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Ese es el momento donde el curso deja de ser una receta y se vuelve una practica profesional.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09A30-8B8C-4FA6-8F5B-4B8253F1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CursoSaas2Cloud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5655F-C757-474F-9963-0D8112BC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0DB4-39F4-4C9D-B586-EF90609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723AF-A620-4AFC-A548-CE8311D0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La app corre local y en Azure.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E5274-1D08-44F0-B5AF-4D7B98A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EC8E4-145E-4534-91BF-E84649A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La infraestructura vive en Bicep.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B4FD4-4BED-4246-80D3-76BFE6E5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46744-064E-477B-BE69-7AF300D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El deploy se ejecuta desde GitHub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51E7E-41EE-4E08-8D46-FDEC7D86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3C60B-9DA7-4BA8-A879-B5526749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La clase puede repetir el flujo con una IA agente.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8CA37-2BF3-4155-8B4F-06106A7B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Resultado final: una base SaaS pequena, desplegable y explicable.</a:t>
            </a:r>
          </a:p>
        </p:txBody>
      </p:sp>
    </p:spTree>
    <p:extLst>
      <p:ext uri="{BB962C8B-B14F-4D97-AF65-F5344CB8AC3E}">
        <p14:creationId xmlns:p14="http://schemas.microsoft.com/office/powerpoint/2010/main" val="2099912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2026-07-16T14:39:48.8530000Z</dcterms:created>
  <dcterms:modified xsi:type="dcterms:W3CDTF">2026-07-16T14:39:48.8530000Z</dcterms:modified>
</coreProperties>
</file>